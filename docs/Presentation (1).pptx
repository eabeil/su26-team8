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3CB708-E60B-4E3A-B6BA-DC572660314C}" v="71" dt="2026-07-02T14:06:15.8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19462"/>
            <a:ext cx="9144000" cy="1931238"/>
          </a:xfrm>
        </p:spPr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PetPal</a:t>
            </a:r>
            <a:r>
              <a:rPr lang="en-US" dirty="0">
                <a:ea typeface="+mj-lt"/>
                <a:cs typeface="+mj-lt"/>
              </a:rPr>
              <a:t>: Trusted Pet Care, Simplified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827478"/>
            <a:ext cx="9144000" cy="26731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What is </a:t>
            </a:r>
            <a:r>
              <a:rPr lang="en-US" b="1" dirty="0" err="1">
                <a:ea typeface="+mn-lt"/>
                <a:cs typeface="+mn-lt"/>
              </a:rPr>
              <a:t>PetPal</a:t>
            </a:r>
            <a:r>
              <a:rPr lang="en-US" b="1" dirty="0">
                <a:ea typeface="+mn-lt"/>
                <a:cs typeface="+mn-lt"/>
              </a:rPr>
              <a:t>?</a:t>
            </a:r>
            <a:r>
              <a:rPr lang="en-US" dirty="0">
                <a:ea typeface="+mn-lt"/>
                <a:cs typeface="+mn-lt"/>
              </a:rPr>
              <a:t> A localized discovery directory designed to connect local pet owners with reliable pet care professionals.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The Problem:</a:t>
            </a:r>
            <a:r>
              <a:rPr lang="en-US">
                <a:ea typeface="+mn-lt"/>
                <a:cs typeface="+mn-lt"/>
              </a:rPr>
              <a:t> Finding trustworthy, background-checked pet sitters and walkers can be stressful and disorganized.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The Solution:</a:t>
            </a:r>
            <a:r>
              <a:rPr lang="en-US">
                <a:ea typeface="+mn-lt"/>
                <a:cs typeface="+mn-lt"/>
              </a:rPr>
              <a:t> A centralized "Yelp-style" platform where users can easily search, compare, and save local pet care providers based on their specific needs.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37CB3-F4BA-BBD0-483C-7952CEFA4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How the Platform Works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6276B-23C4-6C7C-3803-76729D80B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Personalized Command Center:</a:t>
            </a:r>
            <a:r>
              <a:rPr lang="en-US">
                <a:ea typeface="+mn-lt"/>
                <a:cs typeface="+mn-lt"/>
              </a:rPr>
              <a:t> A private dashboard where users can manage their individual pet profiles (age, breed, medical needs) and quickly access their saved providers.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Global Search Directory:</a:t>
            </a:r>
            <a:r>
              <a:rPr lang="en-US">
                <a:ea typeface="+mn-lt"/>
                <a:cs typeface="+mn-lt"/>
              </a:rPr>
              <a:t> A search tool allowing users to filter professionals by service type (e.g., dog walking, overnight sitting) and location/zip code.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Detailed Provider Profiles:</a:t>
            </a:r>
            <a:r>
              <a:rPr lang="en-US">
                <a:ea typeface="+mn-lt"/>
                <a:cs typeface="+mn-lt"/>
              </a:rPr>
              <a:t> Transparent pages with provider's rates, certifications (like Pet CPR), direct contact information, and community feedback.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721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4D54-A1DA-9661-4EA8-B080A5481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Key Terms &amp; Definitions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2A407-116F-CD17-152F-ADB2E0AC6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Pet Owner (Customer):</a:t>
            </a:r>
            <a:r>
              <a:rPr lang="en-US">
                <a:ea typeface="+mn-lt"/>
                <a:cs typeface="+mn-lt"/>
              </a:rPr>
              <a:t> A user utilizing the platform to find and vet care services for their animals.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PetPal </a:t>
            </a:r>
            <a:r>
              <a:rPr lang="en-US" b="1" dirty="0">
                <a:ea typeface="+mn-lt"/>
                <a:cs typeface="+mn-lt"/>
              </a:rPr>
              <a:t>(Provider):</a:t>
            </a:r>
            <a:r>
              <a:rPr lang="en-US" dirty="0">
                <a:ea typeface="+mn-lt"/>
                <a:cs typeface="+mn-lt"/>
              </a:rPr>
              <a:t> An individual or business offering services (walking, grooming, sitting) listed in the directory.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Directory:</a:t>
            </a:r>
            <a:r>
              <a:rPr lang="en-US">
                <a:ea typeface="+mn-lt"/>
                <a:cs typeface="+mn-lt"/>
              </a:rPr>
              <a:t> The central search hub where all approved Pet Professionals are listed and categorized.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Thumbs Up / Down System:</a:t>
            </a:r>
            <a:r>
              <a:rPr lang="en-US">
                <a:ea typeface="+mn-lt"/>
                <a:cs typeface="+mn-lt"/>
              </a:rPr>
              <a:t> Our review metric used to calculate a provider's overall community recommendation score.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096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PetPal: Trusted Pet Care, Simplified</vt:lpstr>
      <vt:lpstr>How the Platform Works</vt:lpstr>
      <vt:lpstr>Key Terms &amp; Definitions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</cp:revision>
  <dcterms:created xsi:type="dcterms:W3CDTF">2026-07-02T13:22:53Z</dcterms:created>
  <dcterms:modified xsi:type="dcterms:W3CDTF">2026-07-02T14:06:17Z</dcterms:modified>
</cp:coreProperties>
</file>